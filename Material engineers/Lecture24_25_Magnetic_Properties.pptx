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5" r:id="rId6"/>
    <p:sldId id="260" r:id="rId7"/>
    <p:sldId id="276" r:id="rId8"/>
    <p:sldId id="262" r:id="rId9"/>
    <p:sldId id="263" r:id="rId10"/>
    <p:sldId id="264" r:id="rId11"/>
    <p:sldId id="261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B1E19-955A-456C-9E5D-553061E3F00B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BC38F-76A6-475D-9A87-1AA0B17B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79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4E50-9F75-4DA7-AD0F-4A53F33CAD7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9829-FB65-4A74-B93B-A2AC0DB3CA32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48FA-12EB-49D9-9A61-EBD84431EF7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4C9B-7394-44BA-BD30-2FF87C825A48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6D17-2118-47D8-B830-EFA5A080548D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7C01-0CB4-4708-85FC-6ABDAE56C6E9}" type="datetime1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CED3-45F8-402A-AA03-55028586046B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32DD-8FE3-42BF-9189-77504FF52A2E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DCB7-B57A-4F0A-B618-78C9CD8220ED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9BBA-3CEC-4F9D-8CFD-0F564BA72DCF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42067-29E4-4E30-A301-5F219282EE4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A31BE-42BD-4507-AD17-26440FDCE293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3053892"/>
            <a:ext cx="12192000" cy="701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dirty="0">
                <a:latin typeface="+mn-lt"/>
                <a:ea typeface="+mn-ea"/>
                <a:cs typeface="+mn-cs"/>
              </a:rPr>
              <a:t>Magnetic Properties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387522" y="4121624"/>
            <a:ext cx="9144000" cy="1450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</a:p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Magnetism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704823"/>
            <a:ext cx="9184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field around a current carrying conductor and a bar magnet.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9815"/>
          <a:stretch/>
        </p:blipFill>
        <p:spPr>
          <a:xfrm>
            <a:off x="9184943" y="138147"/>
            <a:ext cx="2884227" cy="62182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797" y="1844981"/>
            <a:ext cx="2500328" cy="3580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258" y="5363982"/>
            <a:ext cx="4975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dipole – analogous to electric dipole</a:t>
            </a:r>
          </a:p>
        </p:txBody>
      </p:sp>
    </p:spTree>
    <p:extLst>
      <p:ext uri="{BB962C8B-B14F-4D97-AF65-F5344CB8AC3E}">
        <p14:creationId xmlns:p14="http://schemas.microsoft.com/office/powerpoint/2010/main" val="2643315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Terminology and 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704823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Magnetic field strength				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Magnetic Induction or Magnetic flux density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695784"/>
            <a:ext cx="6328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turns in a coil of length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carrying current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26" y="1629043"/>
            <a:ext cx="1448573" cy="9427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812" y="1446338"/>
            <a:ext cx="5617381" cy="39991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1055" y="4315144"/>
            <a:ext cx="1695501" cy="70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3590979"/>
            <a:ext cx="5240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flux density in any medium is given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944" y="5340686"/>
            <a:ext cx="52407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permeability of the medium</a:t>
            </a:r>
          </a:p>
          <a:p>
            <a:pPr algn="just"/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vacuum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10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/(A – m)</a:t>
            </a:r>
          </a:p>
        </p:txBody>
      </p:sp>
    </p:spTree>
    <p:extLst>
      <p:ext uri="{BB962C8B-B14F-4D97-AF65-F5344CB8AC3E}">
        <p14:creationId xmlns:p14="http://schemas.microsoft.com/office/powerpoint/2010/main" val="78769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Magnetization (Analogous to Polarization)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704823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–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Magnetization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9720" y="1768785"/>
            <a:ext cx="30599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r>
              <a:rPr lang="en-I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Magnetic susceptibility 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84" y="1286536"/>
            <a:ext cx="4161001" cy="8823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84" y="2145334"/>
            <a:ext cx="2557898" cy="8344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600" y="3605579"/>
            <a:ext cx="2917406" cy="93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9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Origins…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704823"/>
            <a:ext cx="1801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sources: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752" y="3870541"/>
            <a:ext cx="2501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Orbital motion around the nucleus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62" y="1467762"/>
            <a:ext cx="3180954" cy="22778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493" y="1672477"/>
            <a:ext cx="2381199" cy="21979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3493" y="3870541"/>
            <a:ext cx="2501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spin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361" y="5030601"/>
            <a:ext cx="112740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Bohr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Magneton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9.27 X 10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–24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A–m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Spin magnetic moment of an electron is ±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orbital magnetic moment contribution is equal to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magnetic quantum number.</a:t>
            </a:r>
            <a:endParaRPr lang="en-IN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87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Diamagnetism and </a:t>
            </a:r>
            <a:r>
              <a:rPr lang="en-IN" sz="2800" dirty="0" err="1"/>
              <a:t>Paramagnetism</a:t>
            </a:r>
            <a:endParaRPr lang="en-IN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777923" y="442306"/>
            <a:ext cx="1692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Diamagnetism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0600" y="442306"/>
            <a:ext cx="1764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Paramagnetism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8" y="941733"/>
            <a:ext cx="3883066" cy="19028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39" y="941733"/>
            <a:ext cx="4411040" cy="21491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" y="3090842"/>
            <a:ext cx="4799977" cy="368635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981" y="3190158"/>
            <a:ext cx="7036481" cy="276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2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7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Ferromagnetism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47" y="588965"/>
            <a:ext cx="7358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 of aligned dipoles even in the absence of external field.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53" y="2092712"/>
            <a:ext cx="2240368" cy="24471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86186" y="1544308"/>
                <a:ext cx="7358278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is a limit to the magnetization in a ferromagnetic material. It is called the </a:t>
                </a: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saturation magnetization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that depends on the net magnetic moment per atom and the number of atoms/unit volume.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Net</m:t>
                      </m:r>
                      <m:r>
                        <a:rPr lang="en-IN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magnetic</m:t>
                      </m:r>
                      <m:r>
                        <a:rPr lang="en-IN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moment</m:t>
                      </m:r>
                      <m:r>
                        <a:rPr lang="en-IN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Number</m:t>
                      </m:r>
                      <m: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atoms</m:t>
                      </m:r>
                      <m: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volume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 magnetic moments per atom for Iron, Cobalt and Nickel are 2.22, 1.72 and 0.6 Bohr </a:t>
                </a: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magnetons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corresponding saturation flux density is 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saturation magnetization and the saturation flux density for nickel, which has a density of 8.90 g/cm</a:t>
                </a:r>
                <a:r>
                  <a:rPr lang="en-US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atomic weight of Nickel is 58.71 g/mol.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186" y="1544308"/>
                <a:ext cx="7358278" cy="4401205"/>
              </a:xfrm>
              <a:prstGeom prst="rect">
                <a:avLst/>
              </a:prstGeom>
              <a:blipFill rotWithShape="0">
                <a:blip r:embed="rId3"/>
                <a:stretch>
                  <a:fillRect l="-829" t="-693" r="-911" b="-1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3765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Antiferromagnetism</a:t>
            </a: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15" y="1340465"/>
            <a:ext cx="3148980" cy="3843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86186" y="1544308"/>
            <a:ext cx="73582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MnO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2–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 does not have any net magnetic moment.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have net magnetic moments but, all of them cancel out each other and as a result the solid as a whole does not have any net magnetic moment. </a:t>
            </a:r>
          </a:p>
        </p:txBody>
      </p:sp>
    </p:spTree>
    <p:extLst>
      <p:ext uri="{BB962C8B-B14F-4D97-AF65-F5344CB8AC3E}">
        <p14:creationId xmlns:p14="http://schemas.microsoft.com/office/powerpoint/2010/main" val="54046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Ferrimagnetism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47" y="554458"/>
            <a:ext cx="7358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magnetism in ceramics. Example: Magnetite or lodestone.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557"/>
          <a:stretch/>
        </p:blipFill>
        <p:spPr>
          <a:xfrm>
            <a:off x="0" y="1082115"/>
            <a:ext cx="4256962" cy="37339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676" y="1365567"/>
            <a:ext cx="7769573" cy="345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89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Influence of Temperature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597" y="547889"/>
            <a:ext cx="7888406" cy="624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42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11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Domains and Hysteresis</a:t>
            </a:r>
          </a:p>
        </p:txBody>
      </p:sp>
      <p:pic>
        <p:nvPicPr>
          <p:cNvPr id="1026" name="Picture 2" descr="Image result for ferromagnetic domain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26" r="13016"/>
          <a:stretch/>
        </p:blipFill>
        <p:spPr bwMode="auto">
          <a:xfrm>
            <a:off x="3821372" y="964552"/>
            <a:ext cx="2676744" cy="522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89" y="523220"/>
            <a:ext cx="3261815" cy="54098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090" y="1000187"/>
            <a:ext cx="4494125" cy="445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59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Domains and Hysteresis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66" y="786802"/>
            <a:ext cx="4566389" cy="51396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22" y="94485"/>
            <a:ext cx="4748778" cy="669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047" y="543304"/>
            <a:ext cx="7358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magnetism in ceramics. Example: Magnetite or lodestone.</a:t>
            </a:r>
          </a:p>
        </p:txBody>
      </p:sp>
    </p:spTree>
    <p:extLst>
      <p:ext uri="{BB962C8B-B14F-4D97-AF65-F5344CB8AC3E}">
        <p14:creationId xmlns:p14="http://schemas.microsoft.com/office/powerpoint/2010/main" val="356233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13</a:t>
            </a:fld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927"/>
            <a:ext cx="5145206" cy="47743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Domains and Hysteresis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0328" y="670927"/>
            <a:ext cx="4041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Coercive field or coercive force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290" y="1475508"/>
            <a:ext cx="4684931" cy="433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11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14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Magnetic Anisotropy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65924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affecting hysteresis behaviour of a magnetic material: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crystal or polycrystalline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 orientation of grains in a polycrystalline material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Pores and second phase particles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state of stress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455" y="523220"/>
            <a:ext cx="5599545" cy="47448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6261"/>
            <a:ext cx="4907206" cy="42252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295" y="6356350"/>
            <a:ext cx="1091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Cobalt</a:t>
            </a:r>
          </a:p>
        </p:txBody>
      </p:sp>
    </p:spTree>
    <p:extLst>
      <p:ext uri="{BB962C8B-B14F-4D97-AF65-F5344CB8AC3E}">
        <p14:creationId xmlns:p14="http://schemas.microsoft.com/office/powerpoint/2010/main" val="2711832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15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Soft and Hard Magnetic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65924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magnetic materials are the ones which involve lesser energy loss during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magnetization–demagnetization cycle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be used in applications involving alternating magnetic fields.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defects tend to increase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coercivity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electrical resistivity are desirable in order to avoid any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currents induced by alternating magnetic fields.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290" y="-1"/>
            <a:ext cx="4592710" cy="60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38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16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Soft and Hard Magnetic Materials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89" y="1840731"/>
            <a:ext cx="11460821" cy="43217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02759" y="936445"/>
            <a:ext cx="5063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some soft magnetic materials</a:t>
            </a:r>
          </a:p>
        </p:txBody>
      </p:sp>
    </p:spTree>
    <p:extLst>
      <p:ext uri="{BB962C8B-B14F-4D97-AF65-F5344CB8AC3E}">
        <p14:creationId xmlns:p14="http://schemas.microsoft.com/office/powerpoint/2010/main" val="914470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17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Soft and Hard Magnetic 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69020"/>
            <a:ext cx="66874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magnetic materials are used in permanent magnets. They have high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remanence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coercivity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saturation flux density.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significant resistance to demagnetization.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Characterized by a quantity called “Energy Product” denoted as 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209" y="523220"/>
            <a:ext cx="5003495" cy="459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20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18</a:t>
            </a:fld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52" y="1502645"/>
            <a:ext cx="10392148" cy="48537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High Energy Hard Magnetic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2759" y="936445"/>
            <a:ext cx="5063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some hard magnetic materials</a:t>
            </a:r>
          </a:p>
        </p:txBody>
      </p:sp>
    </p:spTree>
    <p:extLst>
      <p:ext uri="{BB962C8B-B14F-4D97-AF65-F5344CB8AC3E}">
        <p14:creationId xmlns:p14="http://schemas.microsoft.com/office/powerpoint/2010/main" val="1495976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19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Magnetic Storage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83" y="873881"/>
            <a:ext cx="5916017" cy="51318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0"/>
            <a:ext cx="3046138" cy="3392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32297" y="3439785"/>
            <a:ext cx="3802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Fe2O3 particles embedded within epoxy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phenolin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resin</a:t>
            </a:r>
          </a:p>
        </p:txBody>
      </p:sp>
    </p:spTree>
    <p:extLst>
      <p:ext uri="{BB962C8B-B14F-4D97-AF65-F5344CB8AC3E}">
        <p14:creationId xmlns:p14="http://schemas.microsoft.com/office/powerpoint/2010/main" val="131642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20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Superconductivity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02143" y="4151523"/>
            <a:ext cx="5012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Meissner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 in Type I Superconductors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71" y="854657"/>
            <a:ext cx="6003751" cy="428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285" y="523220"/>
            <a:ext cx="5353716" cy="3047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38286" y="3593892"/>
            <a:ext cx="2770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Superconducting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41028" y="3593892"/>
            <a:ext cx="1550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state</a:t>
            </a:r>
          </a:p>
        </p:txBody>
      </p:sp>
    </p:spTree>
    <p:extLst>
      <p:ext uri="{BB962C8B-B14F-4D97-AF65-F5344CB8AC3E}">
        <p14:creationId xmlns:p14="http://schemas.microsoft.com/office/powerpoint/2010/main" val="416496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3281</TotalTime>
  <Words>598</Words>
  <Application>Microsoft Office PowerPoint</Application>
  <PresentationFormat>Widescreen</PresentationFormat>
  <Paragraphs>105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160</cp:revision>
  <dcterms:created xsi:type="dcterms:W3CDTF">2018-09-04T10:03:30Z</dcterms:created>
  <dcterms:modified xsi:type="dcterms:W3CDTF">2024-08-20T05:42:53Z</dcterms:modified>
</cp:coreProperties>
</file>